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AI PDF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Document Intelligence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PDF parsers only extract text</a:t>
            </a:r>
          </a:p>
          <a:p>
            <a:r>
              <a:t>No understanding of document context</a:t>
            </a:r>
          </a:p>
          <a:p>
            <a:r>
              <a:t>No structured insights or recommendations</a:t>
            </a:r>
          </a:p>
          <a:p>
            <a:r>
              <a:t>Scales poorly for complex documents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Agentic AI-based PDF analysis system</a:t>
            </a:r>
          </a:p>
          <a:p>
            <a:r>
              <a:t>Multiple specialized autonomous agents</a:t>
            </a:r>
          </a:p>
          <a:p>
            <a:r>
              <a:t>Structured + narrative outputs</a:t>
            </a:r>
          </a:p>
          <a:p>
            <a:r>
              <a:t>Full transparency on cost and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(Vite)</a:t>
            </a:r>
          </a:p>
          <a:p>
            <a:r>
              <a:t>Backend: FastAPI (Python)</a:t>
            </a:r>
          </a:p>
          <a:p>
            <a:r>
              <a:t>AI Orchestration: LangGraph + LangChain</a:t>
            </a:r>
          </a:p>
          <a:p>
            <a:r>
              <a:t>LLM Access: OpenRouter</a:t>
            </a:r>
          </a:p>
          <a:p>
            <a:r>
              <a:t>Database: SQLite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task-oriented agents</a:t>
            </a:r>
          </a:p>
          <a:p>
            <a:r>
              <a:t>Each agent has a single responsibility</a:t>
            </a:r>
          </a:p>
          <a:p>
            <a:r>
              <a:t>State-aware execution via LangGraph</a:t>
            </a:r>
          </a:p>
          <a:p>
            <a:r>
              <a:t>Improved accuracy and debuggability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Classifier Agent</a:t>
            </a:r>
          </a:p>
          <a:p>
            <a:r>
              <a:t>Content Extraction Agent</a:t>
            </a:r>
          </a:p>
          <a:p>
            <a:r>
              <a:t>Summarization Agent</a:t>
            </a:r>
          </a:p>
          <a:p>
            <a:r>
              <a:t>Insight Generator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Classifier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Raw PDF text</a:t>
            </a:r>
          </a:p>
          <a:p>
            <a:r>
              <a:t>Classifies document type</a:t>
            </a:r>
          </a:p>
          <a:p>
            <a:r>
              <a:t>Provides context for downstream agents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Extraction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Extracts structured fields</a:t>
            </a:r>
          </a:p>
          <a:p>
            <a:r>
              <a:t>Adapts logic based on document type</a:t>
            </a:r>
          </a:p>
          <a:p>
            <a:r>
              <a:t>Outputs JSON-formatted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Summarization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Condenses entire document</a:t>
            </a:r>
          </a:p>
          <a:p>
            <a:r>
              <a:t>Produces decision-maker friendly summary</a:t>
            </a:r>
          </a:p>
          <a:p>
            <a:r>
              <a:t>Optimized for clarity and coverage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Generator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Generates risks and follow-up actions</a:t>
            </a:r>
          </a:p>
          <a:p>
            <a:r>
              <a:t>Suggests key user questions</a:t>
            </a:r>
          </a:p>
          <a:p>
            <a:r>
              <a:t>Acts as a strategic consultant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Single Page Application</a:t>
            </a:r>
          </a:p>
          <a:p>
            <a:r>
              <a:t>File upload and results display</a:t>
            </a:r>
          </a:p>
          <a:p>
            <a:r>
              <a:t>Live agent execution trace</a:t>
            </a:r>
          </a:p>
          <a:p>
            <a:r>
              <a:t>Analytics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 asynchronous backend</a:t>
            </a:r>
          </a:p>
          <a:p>
            <a:r>
              <a:t>LangGraph-based agent orchestration</a:t>
            </a:r>
          </a:p>
          <a:p>
            <a:r>
              <a:t>REST API for PDF analysis</a:t>
            </a:r>
          </a:p>
          <a:p>
            <a:r>
              <a:t>SQLite for persistence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token usage</a:t>
            </a:r>
          </a:p>
          <a:p>
            <a:r>
              <a:t>Estimates cost per analysis</a:t>
            </a:r>
          </a:p>
          <a:p>
            <a:r>
              <a:t>Measures latency per agent</a:t>
            </a:r>
          </a:p>
          <a:p>
            <a:r>
              <a:t>Improves cost-to-insight ratio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FastAPI</a:t>
            </a:r>
          </a:p>
          <a:p>
            <a:r>
              <a:t>React, JavaScript</a:t>
            </a:r>
          </a:p>
          <a:p>
            <a:r>
              <a:t>LangChain, LangGraph</a:t>
            </a:r>
          </a:p>
          <a:p>
            <a:r>
              <a:t>OpenRouter, SQLite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with FAISS / ChromaDB</a:t>
            </a:r>
          </a:p>
          <a:p>
            <a:r>
              <a:t>Multimodal PDF understanding</a:t>
            </a:r>
          </a:p>
          <a:p>
            <a:r>
              <a:t>Advanced OCR integration</a:t>
            </a:r>
          </a:p>
          <a:p>
            <a:r>
              <a:t>Conversational document chat</a:t>
            </a:r>
          </a:p>
          <a:p>
            <a:r>
              <a:t>Export &amp; authentication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Legal document analysis</a:t>
            </a:r>
          </a:p>
          <a:p>
            <a:r>
              <a:t>Invoice processing</a:t>
            </a:r>
          </a:p>
          <a:p>
            <a:r>
              <a:t>Research paper summarization</a:t>
            </a:r>
          </a:p>
          <a:p>
            <a:r>
              <a:t>Resume screening</a:t>
            </a:r>
          </a:p>
          <a:p>
            <a:r>
              <a:t>Enterprise document automation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agentic AI system design</a:t>
            </a:r>
          </a:p>
          <a:p>
            <a:r>
              <a:t>Production-oriented architecture</a:t>
            </a:r>
          </a:p>
          <a:p>
            <a:r>
              <a:t>Strong showcase for AI Engineer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